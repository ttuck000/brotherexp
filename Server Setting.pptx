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256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50AB-1AB5-451B-92F9-F25883F0251C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26909-6666-4FC7-9D75-694E26E8B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71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50AB-1AB5-451B-92F9-F25883F0251C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26909-6666-4FC7-9D75-694E26E8B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72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50AB-1AB5-451B-92F9-F25883F0251C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26909-6666-4FC7-9D75-694E26E8B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682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50AB-1AB5-451B-92F9-F25883F0251C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26909-6666-4FC7-9D75-694E26E8B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925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50AB-1AB5-451B-92F9-F25883F0251C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26909-6666-4FC7-9D75-694E26E8B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636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50AB-1AB5-451B-92F9-F25883F0251C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26909-6666-4FC7-9D75-694E26E8B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430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50AB-1AB5-451B-92F9-F25883F0251C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26909-6666-4FC7-9D75-694E26E8B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67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50AB-1AB5-451B-92F9-F25883F0251C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26909-6666-4FC7-9D75-694E26E8B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29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50AB-1AB5-451B-92F9-F25883F0251C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26909-6666-4FC7-9D75-694E26E8B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70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50AB-1AB5-451B-92F9-F25883F0251C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26909-6666-4FC7-9D75-694E26E8B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60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50AB-1AB5-451B-92F9-F25883F0251C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26909-6666-4FC7-9D75-694E26E8B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C50AB-1AB5-451B-92F9-F25883F0251C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26909-6666-4FC7-9D75-694E26E8B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98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ssm.cc/download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72" y="1344613"/>
            <a:ext cx="7925906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8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02" y="188907"/>
            <a:ext cx="7849695" cy="297221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89" y="3161122"/>
            <a:ext cx="6999595" cy="339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3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90" y="1741369"/>
            <a:ext cx="6318800" cy="47176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77090" y="559324"/>
            <a:ext cx="468788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hlinkClick r:id="rId3"/>
              </a:rPr>
              <a:t>NSSM - the Non-Sucking Service Manager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https://nssm.cc/download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605848" y="1344227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smtClean="0"/>
              <a:t># 1) nssm.exe 있는 위치로 이동</a:t>
            </a:r>
          </a:p>
          <a:p>
            <a:r>
              <a:rPr lang="ko-KR" altLang="en-US" dirty="0" err="1" smtClean="0"/>
              <a:t>cd</a:t>
            </a:r>
            <a:r>
              <a:rPr lang="ko-KR" altLang="en-US" dirty="0" smtClean="0"/>
              <a:t> C:\nssm\win64          # 실제 위치에 맞게 수정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2) 서비스 등록</a:t>
            </a:r>
          </a:p>
          <a:p>
            <a:r>
              <a:rPr lang="ko-KR" altLang="en-US" dirty="0" smtClean="0"/>
              <a:t>.\nssm.exe </a:t>
            </a:r>
            <a:r>
              <a:rPr lang="ko-KR" altLang="en-US" dirty="0" err="1" smtClean="0"/>
              <a:t>install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bigboyAppService</a:t>
            </a:r>
            <a:r>
              <a:rPr lang="ko-KR" altLang="en-US" dirty="0" smtClean="0"/>
              <a:t> `</a:t>
            </a:r>
          </a:p>
          <a:p>
            <a:r>
              <a:rPr lang="ko-KR" altLang="en-US" dirty="0" smtClean="0"/>
              <a:t>    "d:\web\bigboy\venv\Scripts\python.exe" `</a:t>
            </a:r>
          </a:p>
          <a:p>
            <a:r>
              <a:rPr lang="ko-KR" altLang="en-US" dirty="0" smtClean="0"/>
              <a:t>    "d:\web\bigboy\run_waitress.py"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3) 서비스 속성 설정</a:t>
            </a:r>
          </a:p>
          <a:p>
            <a:r>
              <a:rPr lang="ko-KR" altLang="en-US" dirty="0" smtClean="0"/>
              <a:t>.\nssm.exe </a:t>
            </a:r>
            <a:r>
              <a:rPr lang="ko-KR" altLang="en-US" dirty="0" err="1" smtClean="0"/>
              <a:t>set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bigboyAppService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AppDirectory</a:t>
            </a:r>
            <a:r>
              <a:rPr lang="ko-KR" altLang="en-US" dirty="0" smtClean="0"/>
              <a:t> d:\web\bigboy</a:t>
            </a:r>
          </a:p>
          <a:p>
            <a:r>
              <a:rPr lang="ko-KR" altLang="en-US" dirty="0" smtClean="0"/>
              <a:t>.\nssm.exe </a:t>
            </a:r>
            <a:r>
              <a:rPr lang="ko-KR" altLang="en-US" dirty="0" err="1" smtClean="0"/>
              <a:t>set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bigboyAppService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Start</a:t>
            </a:r>
            <a:r>
              <a:rPr lang="ko-KR" altLang="en-US" dirty="0" smtClean="0"/>
              <a:t> SERVICE_AUTO_START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4) 서비스 시작 및 확인</a:t>
            </a:r>
          </a:p>
          <a:p>
            <a:r>
              <a:rPr lang="ko-KR" altLang="en-US" dirty="0" smtClean="0"/>
              <a:t>.\nssm.exe </a:t>
            </a:r>
            <a:r>
              <a:rPr lang="ko-KR" altLang="en-US" dirty="0" err="1" smtClean="0"/>
              <a:t>start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bigboyAppService</a:t>
            </a:r>
            <a:endParaRPr lang="ko-KR" altLang="en-US" dirty="0" smtClean="0"/>
          </a:p>
          <a:p>
            <a:r>
              <a:rPr lang="ko-KR" altLang="en-US" dirty="0" smtClean="0"/>
              <a:t>.\nssm.exe </a:t>
            </a:r>
            <a:r>
              <a:rPr lang="ko-KR" altLang="en-US" dirty="0" err="1" smtClean="0"/>
              <a:t>status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bigboyAppService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120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44" y="285749"/>
            <a:ext cx="6341021" cy="646747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6492865" y="118178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smtClean="0"/>
              <a:t>d:\web\bigboy\venv\Scripts\python.exe d:\web\bigboy\run_waitress.py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248400" y="3336904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smtClean="0"/>
              <a:t># 로그 폴더 생성</a:t>
            </a:r>
          </a:p>
          <a:p>
            <a:r>
              <a:rPr lang="ko-KR" altLang="en-US" dirty="0" err="1" smtClean="0"/>
              <a:t>mkdir</a:t>
            </a:r>
            <a:r>
              <a:rPr lang="ko-KR" altLang="en-US" dirty="0" smtClean="0"/>
              <a:t> d:\web\bigboy\logs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서비스에 로그 설정</a:t>
            </a:r>
          </a:p>
          <a:p>
            <a:r>
              <a:rPr lang="ko-KR" altLang="en-US" dirty="0" smtClean="0"/>
              <a:t>.\nssm.exe </a:t>
            </a:r>
            <a:r>
              <a:rPr lang="ko-KR" altLang="en-US" dirty="0" err="1" smtClean="0"/>
              <a:t>set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bigboyAppService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AppStdout</a:t>
            </a:r>
            <a:r>
              <a:rPr lang="ko-KR" altLang="en-US" dirty="0" smtClean="0"/>
              <a:t> d:\web\bigboy\logs\stdout.log</a:t>
            </a:r>
          </a:p>
          <a:p>
            <a:r>
              <a:rPr lang="ko-KR" altLang="en-US" dirty="0" smtClean="0"/>
              <a:t>.\nssm.exe </a:t>
            </a:r>
            <a:r>
              <a:rPr lang="ko-KR" altLang="en-US" dirty="0" err="1" smtClean="0"/>
              <a:t>set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bigboyAppService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AppStderr</a:t>
            </a:r>
            <a:r>
              <a:rPr lang="ko-KR" altLang="en-US" dirty="0" smtClean="0"/>
              <a:t> d:\web\bigboy\logs\stderr.log</a:t>
            </a:r>
          </a:p>
          <a:p>
            <a:r>
              <a:rPr lang="ko-KR" altLang="en-US" dirty="0" smtClean="0"/>
              <a:t>.\nssm.exe </a:t>
            </a:r>
            <a:r>
              <a:rPr lang="ko-KR" altLang="en-US" dirty="0" err="1" smtClean="0"/>
              <a:t>set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bigboyAppService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AppRotateFiles</a:t>
            </a:r>
            <a:r>
              <a:rPr lang="ko-KR" altLang="en-US" dirty="0" smtClean="0"/>
              <a:t> 1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서비스 다시 시작</a:t>
            </a:r>
          </a:p>
          <a:p>
            <a:r>
              <a:rPr lang="ko-KR" altLang="en-US" dirty="0" smtClean="0"/>
              <a:t>.\nssm.exe </a:t>
            </a:r>
            <a:r>
              <a:rPr lang="ko-KR" altLang="en-US" dirty="0" err="1" smtClean="0"/>
              <a:t>restart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bigboyAppService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0040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49695" cy="221963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40" y="1933014"/>
            <a:ext cx="7868748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68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49695" cy="221963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40" y="1933014"/>
            <a:ext cx="7868748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44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14" y="137427"/>
            <a:ext cx="7944959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352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95" y="239970"/>
            <a:ext cx="7849695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67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63" y="377371"/>
            <a:ext cx="8186407" cy="608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60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33" y="181014"/>
            <a:ext cx="10545647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809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</Words>
  <Application>Microsoft Office PowerPoint</Application>
  <PresentationFormat>와이드스크린</PresentationFormat>
  <Paragraphs>29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희문</dc:creator>
  <cp:lastModifiedBy>최 희문</cp:lastModifiedBy>
  <cp:revision>2</cp:revision>
  <dcterms:created xsi:type="dcterms:W3CDTF">2025-05-01T02:06:18Z</dcterms:created>
  <dcterms:modified xsi:type="dcterms:W3CDTF">2025-05-01T02:08:15Z</dcterms:modified>
</cp:coreProperties>
</file>